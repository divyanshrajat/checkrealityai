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EDA1-4235-D8BE-4D64-5F40153A1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B31BD-6FE3-C9E5-6704-95DD72CF4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A1A2F-AA0E-CBB2-6F82-ABBEDDF8A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C8338-1A1D-C021-B416-9AA5163A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70B67-2C00-2C1A-C670-23596094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56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8EF43-2BAE-DB6E-942A-FB076F60E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69FFD-6B39-F4D5-E0D9-7B6237DCC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0F0D3-7BD0-057C-9530-0558EA3D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9110F-9889-75D9-DB29-F45CC6817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704BE-1334-8973-54ED-EA3BEF72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15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E680B-4F6F-9A80-39F9-16AFE83C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AEEA-80BF-2F30-7F58-340F4AD7C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1258-A6EE-C749-CB1D-D42329C77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3A1F0-469F-8462-28AE-6EC9D0D4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BE646-785D-A7CC-2B51-67065AED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7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7474B-5E26-6513-8626-DCDF4063B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CD65B-D9D1-9E5C-5BC6-C6FFF687D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0029A-4F0A-27DE-EA1C-66CC340B8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E58C5-9425-4509-FF15-6327916F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4FE42-A2F3-C3D2-D44D-5CF094C6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8E200-EE36-4E37-BC9D-AD593F1C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4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299A6-F85C-C1E1-1AB3-A68E5800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BF437-0F37-E7A4-06D2-A5AD5331B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91358-33A4-27B6-26FF-8280981D7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A1F4F-5939-A675-B8D9-0FDCD96BB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891493-89A2-22BA-807D-397D8F87B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D4A36-A183-0908-74DB-60A42825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6124A2-DE6F-E8B4-0D9D-6ADA726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B1709-DC4A-F3F7-13A9-22ABC944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3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C242-50AA-4278-FAA4-259F0B708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9E6E2-F744-DF19-043D-93CEEF61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70DB0-AE12-5F27-3E7A-A7E0CC799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0B7DB8-BD11-E571-2CF7-065BA033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2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67F00-5726-726B-8531-AC097DAE5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1C377-3F06-B2C1-0DF8-2AA79AE2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DDCFF-F92D-C334-1B25-D2B93AFDA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44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B0C7-6E14-1C7B-4C4C-F3E482E4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C96EA-C237-8836-FB24-98AA391EB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01955-D7F8-7895-D72B-C016A5322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69808-C054-427E-C229-CA1CA085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2E78D-99A2-5D84-A939-4D5C0E52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3DE3E-9A86-912E-6CF1-3BD2DE8F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4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A422-29F2-D336-DF2A-6D0998E9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1622D-D0C7-054B-F30E-D1E8647AA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6DB26-C9D4-11D7-DF2E-72929C26E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1E31F-AEF1-1317-D3EA-21212585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11DDC-7615-5D7C-528B-035E26D07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9A587-CDAC-67BE-5486-21B35C19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56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6827B-1C79-9F6C-BFE2-764273CD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41F3F-3E10-2154-E606-2C156AAC7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53F74-772B-C0E4-62A6-7345F462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184C4-95E8-1225-B3A3-A1BF3302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182B6-6204-14B9-5D8A-0329C27E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60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55C1B3-51E2-7E39-6745-A0B120444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C8174-D049-2FE6-5B1C-037507698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AC2B6-4643-B2B4-2487-3684F476E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220B8-AE4B-A969-2C8D-3CE1FC2D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19B82-9737-F43B-A49A-A4CEC6B8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26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0615F3-00D4-CBD0-92FD-70404E37D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EDE4-F480-8B10-6854-C80D78FCD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CD2D0-3705-58DB-2B75-2ED81351A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FF4D3-8BD9-4939-AE41-3A0EAACC2BCC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83BD0-486F-19D6-0B00-01510715D9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7CFEC-F122-D6F3-7D47-3386B2301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42C4B-770E-4A3C-BA9B-3F62E555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8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402B-22E2-E218-ADD6-CC9A20DB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97B87D-D3D0-E07F-4986-88F5EB7DC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26EB4B-D720-54DD-35E3-E87E5F5BD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464" y="4296697"/>
            <a:ext cx="1347019" cy="134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30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FE29-9F77-D3CD-B5B3-73B2F1113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F72537-11C6-EC4B-941C-28324B2B3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32D8CF-06B7-3232-0396-A8A51A17E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272" y="139347"/>
            <a:ext cx="560286" cy="66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0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C3912-4252-38D6-1EF0-3D82DD1E2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41241-19F4-8CD3-7709-65EE363EF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CBC5DF-C4F8-5EDE-BE53-841C3A657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764" y="0"/>
            <a:ext cx="542836" cy="77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89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2F38C-40B7-35FD-E9BA-E9D549FB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B2228A-BF9A-B918-455E-A16990806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0D6AAE-FA22-B162-B35A-97B2E6FF5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272" y="155389"/>
            <a:ext cx="608412" cy="72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83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9104-FEED-CB69-CB97-61CFE61CD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263DF4-37BB-2C26-376C-2E68BF175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10DB76-2752-85AC-8FCC-279A26F8B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39" y="279722"/>
            <a:ext cx="938398" cy="5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2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694D8-D739-B3C0-1868-D531A83F5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3E0641-F128-7FEF-3554-A31590C81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12A92C-0EF0-A3A6-7998-C7CF7C807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0" y="157316"/>
            <a:ext cx="1081548" cy="1164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899750-6129-A25B-33CA-38344897F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626" y="157316"/>
            <a:ext cx="541427" cy="70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779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D7DFE-A0ED-8FA2-E959-45E0E1231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EE04FA-A098-4830-8A9D-7E36839DD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7B1100-BFC8-5D3A-3235-DD5DF57BF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7" y="167148"/>
            <a:ext cx="1053088" cy="1133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A7ED43-0E9F-BA3C-42EA-27E7B7997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679" y="357872"/>
            <a:ext cx="617273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DB943-CD16-08F5-66E4-63CB9ECF3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2B63D0-2E6C-9B44-31C2-377D92AAE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1DC11F-6EA3-F6B8-7203-BDDC622D4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4" y="137651"/>
            <a:ext cx="1081548" cy="11798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F12AED-83D7-6A7D-BBE6-1C762AAD9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082" y="137651"/>
            <a:ext cx="515971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113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0CC6E-E92F-8C4A-7690-FA8E1BD6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4FB6E4-B6F8-202F-C157-B2C429169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94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4D6E13-B999-E562-E948-06B4F97EA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73" y="166632"/>
            <a:ext cx="1052301" cy="1132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23F3DD-B13F-AD90-460E-E02F8AEA9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705" y="178664"/>
            <a:ext cx="541421" cy="73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93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9430-F7BF-D325-9D36-041872943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D1DE5F-0FE0-D9D0-9753-6D5B0209A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649475-446C-A89C-F17A-B350A4431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008" y="328375"/>
            <a:ext cx="617273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31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653A3-C058-C200-B044-80D67DC6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4607F4-EBAA-72FC-EEFC-10C0E1CF7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21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 Rajat</dc:creator>
  <cp:lastModifiedBy>Divyansh Rajat</cp:lastModifiedBy>
  <cp:revision>3</cp:revision>
  <dcterms:created xsi:type="dcterms:W3CDTF">2026-08-06T17:48:04Z</dcterms:created>
  <dcterms:modified xsi:type="dcterms:W3CDTF">2026-08-08T05:50:06Z</dcterms:modified>
</cp:coreProperties>
</file>